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8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Agentic Coding Assistant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249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Mastery  ·  CLAUDE.md  ·  MCP Integration  ·  CI/CD Workflows  ·  Best Practices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5029200" cy="93726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3401568"/>
            <a:ext cx="4754880" cy="873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 Code v1.x — Anthropic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"fix the auth bug in login.ts"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docs.claude.ai/code  ·  npm install -g @anthropic-ai/claude-code  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Claude Code?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assistant that lives in your terminal. It reads, understands, and edits entire codebases — running tests, writing commits, opening PRs, and executing multi-step tasks with minimal hand-holding.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304288"/>
            <a:ext cx="4572000" cy="82296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30352" y="2304288"/>
            <a:ext cx="73152" cy="8229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CLI-first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+ desktop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0" y="2304288"/>
            <a:ext cx="73152" cy="8229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55648" y="23317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Codebase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55648" y="263347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entire repos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61488" y="2304288"/>
            <a:ext cx="73152" cy="8229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871216" y="23317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71216" y="263347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commits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77056" y="2304288"/>
            <a:ext cx="73152" cy="8229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86784" y="23317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MCP-ready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86784" y="2633472"/>
            <a:ext cx="1051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any tool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0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03520" y="1517904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77840" y="1463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&amp; edits files across your entire codebase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1993392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577840" y="19385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tests, linters, and build scripts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2468880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77840" y="24140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branches, commits, and pull requests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2944368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577840" y="28895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any tool via MCP servers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03520" y="3419856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77840" y="33649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terminal, VS Code, and desktop app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895344"/>
            <a:ext cx="182880" cy="1828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577840" y="38404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Claude Haiku, Sonnet, and Opus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&amp; First Run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344168"/>
            <a:ext cx="329184" cy="329184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624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via npm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46504"/>
            <a:ext cx="3931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81965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@anthropic-ai/claude-code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386584"/>
            <a:ext cx="329184" cy="329184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404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39319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862072"/>
            <a:ext cx="3703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auth login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Authenticated as you@company.com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11296"/>
            <a:ext cx="329184" cy="329184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in your project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877056"/>
            <a:ext cx="3931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95020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my-project &amp;&amp; claude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3167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655064"/>
            <a:ext cx="4023360" cy="47548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1655064"/>
            <a:ext cx="1005840" cy="475488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00600" y="17282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52160" y="17282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v18 or higher required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2219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221992"/>
            <a:ext cx="1005840" cy="475488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0600" y="22951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52160" y="2295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macOS, Linux, Windows (WSL)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88920"/>
            <a:ext cx="4023360" cy="47548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2788920"/>
            <a:ext cx="1005840" cy="475488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00600" y="28620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52160" y="28620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 env variable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355848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3355848"/>
            <a:ext cx="1005840" cy="475488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00600" y="3429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52160" y="3429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full features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22776"/>
            <a:ext cx="4023360" cy="47548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54880" y="3922776"/>
            <a:ext cx="1005840" cy="475488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00600" y="39959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52160" y="3995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 minimum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DEEP-DIVE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CLI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Modes &amp; Flags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· Print · JSON · Pipe-friendly workflows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CLI MODES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Ways to Run Claude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27532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2527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Mode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225296"/>
            <a:ext cx="5376672" cy="31089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10128" y="1243584"/>
            <a:ext cx="5230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78408" y="1591056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REPL session. Chat with Claude about your codebase, give multi-step instructions, ask questions, and review changes interactively. Default when no prompt is supplied.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78408" y="2002536"/>
            <a:ext cx="7635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exploratory tasks, refactoring, debugging sessions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404872"/>
            <a:ext cx="8275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404872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40487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78408" y="24871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Print Mode (-p)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2459736"/>
            <a:ext cx="5376672" cy="31089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10128" y="2478024"/>
            <a:ext cx="5230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-p "your prompt"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78408" y="2825496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non-interactive. Sends a prompt, prints the response, and exits. Ideal for scripting, CI/CD pipelines, and quick automated tasks without a persistent session.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78408" y="3236976"/>
            <a:ext cx="7635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CI/CD, scripts, automation pipelines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639312"/>
            <a:ext cx="827532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3639312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363931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37216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 Mode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18688" y="3694176"/>
            <a:ext cx="5376672" cy="31089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10128" y="3712464"/>
            <a:ext cx="5230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file.ts | claude -p "review"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8408" y="4059936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stdin input. Combine with Unix pipes to feed file contents, command output, or error logs directly to Claude. No file path needed — Claude reads from stdin.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78408" y="4471416"/>
            <a:ext cx="7635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error analysis, log review, piped workflows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18872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CLI FLAGS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 CLI Flags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66444"/>
            <a:ext cx="4160520" cy="62179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266444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4632" y="13944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/ --print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3578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one-shot mode. Required for CI/CD and scripting.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70532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1970532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" y="20985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--output-format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06197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| text | stream-json. Controls response format for downstream parsing.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674620"/>
            <a:ext cx="4160520" cy="62179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674620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" y="28026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--json-schema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27660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a JSON Schema file. Enforces structured output shape from Claude.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37870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3378708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4632" y="35067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34701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model: claude-haiku-4-5, claude-sonnet-4-6, claude-opus-4-6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82796"/>
            <a:ext cx="4160520" cy="62179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4082796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" y="42108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--resume &lt;name&gt;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417423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 named session. Restores full conversation context.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18888" y="1266444"/>
            <a:ext cx="4160520" cy="62179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18888" y="1266444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92040" y="13944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--no-auto-approve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84848" y="135788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before every file write or command execution. Safer for prod.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18888" y="1970532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18888" y="1970532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92040" y="20985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--allowed-tools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84848" y="2061972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Comma-separated list of tools Claude may use in this session.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18888" y="2674620"/>
            <a:ext cx="4160520" cy="62179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18888" y="2674620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28026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--system-prompt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84848" y="276606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 custom system prompt for this session, overriding CLAUDE.md.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18888" y="337870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18888" y="3378708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92040" y="35067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--max-tokens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84848" y="347014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the response length. Useful for structured pipelines.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18888" y="4082796"/>
            <a:ext cx="4160520" cy="62179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818888" y="4082796"/>
            <a:ext cx="1874520" cy="621792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92040" y="42108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--verbose / -v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84848" y="417423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detailed tool calls, reasoning steps, and execution trace.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Claude Code Commands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16052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6362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interactive REPL in current directory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416052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1874520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91109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"&lt;prompt&gt;"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7627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print mode — great for scripts &amp; CI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487168"/>
            <a:ext cx="416052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52374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"&lt;prompt&gt;" --output-format json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for automation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099816"/>
            <a:ext cx="416052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3099816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313639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--resume &lt;session-name&gt;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 named session with full context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712464"/>
            <a:ext cx="416052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712464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74904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--model claude-sonnet-4-6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401421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specific Claude model for this run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4325112"/>
            <a:ext cx="416052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11480" y="4325112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436168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--no-auto-approve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462686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manual approval before each action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18888" y="1261872"/>
            <a:ext cx="361188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818888" y="1261872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01768" y="129844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--allowed-tools Bash,Read,Write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01768" y="156362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which tools Claude can use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18888" y="1874520"/>
            <a:ext cx="3611880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18888" y="1874520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01768" y="1911096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error.log | claude -p "explain this"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01768" y="2176272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stdin — feed logs/files to Claude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18888" y="2487168"/>
            <a:ext cx="3621024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18888" y="2487168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01768" y="2523744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--system-prompt "&lt;text&gt;"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01768" y="278892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system prompt for this session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18888" y="3099816"/>
            <a:ext cx="3621024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18888" y="3099816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01768" y="3136392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--verbose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01768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full tool call trace and reasoning steps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18888" y="3712464"/>
            <a:ext cx="3621024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18888" y="3712464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001768" y="3749040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/memory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01768" y="401421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active CLAUDE.md rules in session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18888" y="4325112"/>
            <a:ext cx="3621024" cy="530352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818888" y="4325112"/>
            <a:ext cx="91440" cy="5303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001768" y="4361688"/>
            <a:ext cx="3886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/compact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01768" y="4626864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context window, keep key facts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SLASH COMMANDS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In-Session Slash Commands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inside an interactive session, these /commands control Claude's behaviour: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4160520" cy="56692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09928" y="15544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all active CLAUDE.md rules currently loaded into context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21408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9928" y="221284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long conversation — keeps key facts, frees context budget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779776"/>
            <a:ext cx="4160520" cy="56692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779776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88950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09928" y="287121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conversation history and start fresh in the same session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438144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3438144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547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/undo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09928" y="352958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 the last file change Claude made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096512"/>
            <a:ext cx="4160520" cy="56692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42062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09928" y="4187952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unified diff of all changes made so far in this session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18888" y="1463040"/>
            <a:ext cx="4160520" cy="56692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18888" y="1463040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10328" y="15727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17336" y="15544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Git commit from the current staged changes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18888" y="2121408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18888" y="2121408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10328" y="223113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17336" y="221284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 on GitHub for the current branch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18888" y="2779776"/>
            <a:ext cx="4160520" cy="56692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18888" y="2779776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10328" y="288950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17336" y="287121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available commands and shortcuts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18888" y="3438144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818888" y="3438144"/>
            <a:ext cx="11887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10328" y="3547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/exit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17336" y="352958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the session cleanly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BUILT-IN TOOLS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Code's Built-in Tool 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" y="1197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11978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15270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file in the repo. Respects .gitignore. Returns full content for Claude to reason about.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56048" y="11978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11978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✏️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52704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 overwrite files. Used when Edit anchor is ambiguous or a full rewrite is needed.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10312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210312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648" y="2157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86200" y="2157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" y="248716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in-place change. Requires uniquely matching anchor text. Most precise mutation tool.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10312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10312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56048" y="2157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2157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56048" y="248716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shell commands: run tests, linters, build scripts, or any terminal command in your environment.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06324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11480" y="306324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2648" y="3118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86200" y="3118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" y="344728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the entire codebase by regex pattern. Avoids loading unneeded files into context.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6324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06324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56048" y="3118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3118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56048" y="344728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discovery by path pattern (e.g., **/*.test.ts). Efficiently enumerate matching files.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02336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11480" y="402336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2648" y="4078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86200" y="4078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2648" y="440740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a subagent (MCP). Enables parallel or forked execution within Claude Agent SDK workflows.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0" y="402336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56048" y="40782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0" y="407822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956048" y="4407408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HTTP requests. Useful for reading docs, calling APIs, or checking remote endpoints.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Project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· Modularity · Rules · Slash commands · Skills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CLAUDE.md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— Your Project's Brain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944368" y="1253605"/>
            <a:ext cx="2926080" cy="786384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44368" y="1253605"/>
            <a:ext cx="109728" cy="7863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145536" y="1317613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Level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45536" y="1692517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·  Personal rules — NOT shared with teammates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10512" y="2140573"/>
            <a:ext cx="5303520" cy="786384"/>
          </a:xfrm>
          <a:prstGeom prst="rect">
            <a:avLst/>
          </a:prstGeom>
          <a:solidFill>
            <a:srgbClr val="5C2D0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810512" y="2140573"/>
            <a:ext cx="109728" cy="7863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11680" y="2204581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Level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579485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.claude/CLAUDE.md (or root)  ·  Shared via Git — team-wide coding standards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" y="3027541"/>
            <a:ext cx="7680960" cy="786384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" y="3027541"/>
            <a:ext cx="109728" cy="7863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3816" y="3091549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 Level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3816" y="3466453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src/api/CLAUDE.md etc.  ·  Most specific context — overrides levels above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8328" y="3923653"/>
            <a:ext cx="2697480" cy="100584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8328" y="3923653"/>
            <a:ext cx="269748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38328" y="3923653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1208" y="3960229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@import Modularity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4325989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large CLAUDE.md using @import rules/tests.md. Organise by concern — coding style, test patterns, commit conventions.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27248" y="3923653"/>
            <a:ext cx="2697480" cy="100584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127248" y="3923653"/>
            <a:ext cx="269748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27248" y="3923653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10128" y="3960229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.claude/rules/ Directory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64408" y="4325989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frontmatter + paths: glob patterns. Rules load conditionally only when matching files are active — saves token budget.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16168" y="3923653"/>
            <a:ext cx="2697480" cy="100584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16168" y="3923653"/>
            <a:ext cx="269748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16168" y="3923653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99048" y="3960229"/>
            <a:ext cx="2423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 with /memory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53328" y="4325989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/memory inside any session to see which rules are currently active. Invaluable for diagnosing unexpected model behaviour.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CLAUDE.md CONTENT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Put in CLAUDE.md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sentences describing what the repo does and its tech stack. Helps Claude orient quickly without reading every file.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78024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478024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5146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Standards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88036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conventions, file structure rules, preferred libraries. E.g. 'Use Zod for validation, not Joi' or 'All exports must be named, not default'.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94176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3694176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3694176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7307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Conventions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09651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and patterns. E.g. 'Run tests with pnpm test', 'Unit tests in __tests__/, e2e tests in cypress/'.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261872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261872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1261872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0" y="12984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Guidelines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166420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format (Conventional Commits), branch naming rules, PR checklist. Claude will auto-follow these on /commit.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478024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478024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2478024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37760" y="251460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NOT Rules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288036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prohibitions: 'Do not edit generated files in /dist', 'Never commit .env', 'Don't reformat third-party code in /vendor'.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94176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694176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694176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37307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Commands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09651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scripts with their purpose: 'pnpm build — compile TS', 'pnpm lint — ESLint + Prettier', 'pnpm db:migrate — run migrations'.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COMMANDS &amp; SKILLS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Slash Commands &amp; Skills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3931920" cy="2807208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70332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commands/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review.md       ← /review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test-gen.md     ← /test-gen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changelog.md    ← /changelog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refactor/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SKILL.md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security-audit/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SKILL.md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rules/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api-rules.md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test-rules.md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CLAUDE.md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 vs 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444752"/>
            <a:ext cx="420624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1444752"/>
            <a:ext cx="420624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0" y="1444752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48132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Commands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09160" y="18470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.claude/commands/*.md — shared via Git. Any .md file becomes a /command-name. Supports $ARGUMENTS placeholder for dynamic inputs.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322576"/>
            <a:ext cx="4206240" cy="877824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0" y="2359152"/>
            <a:ext cx="420624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2359152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239572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Commands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76148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~/.claude/commands/*.md — personal only. Good for cross-project shortcuts. Not committed to the repo.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3236976"/>
            <a:ext cx="4206240" cy="97840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72000" y="3273552"/>
            <a:ext cx="420624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0" y="3273552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3310128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(SKILL.md)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67588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agent workflows with frontmatter: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fork — isolated execution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allowed-tools — tool restrictions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argument-hint — guided inputs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4251960"/>
            <a:ext cx="420624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0" y="4251960"/>
            <a:ext cx="420624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0" y="4251960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0" y="4288536"/>
            <a:ext cx="3931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Distinction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46542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on-demand structured tasks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always-on background rules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= quick prompt shortcuts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INTEGRATION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 Protocol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External Tools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· Connect · Automate with any service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MCP CONFIG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Configuring MCP Servers in Claude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CEM India  ·  Claude Code Series  · 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.mcp.json (project-level)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4114800" cy="315468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88620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"github":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"url": "https://mcp.github.com",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"GITHUB_TOKEN": "${GITHUB_TOKEN}"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"linear":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"url": "https://mcp.linear.app/mcp"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"custom-db":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"node",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["./mcp-server/index.js"],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"DB_URL": "${DATABASE_URL}"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Config Levels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444752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54880" y="1444752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444752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37760" y="14813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.mcp.json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184708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Project-level. Committed to Git. Shared with all teammates. Best for team-wide tools like GitHub, Linear, Notion.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340864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54880" y="2340864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2340864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~/.claude.json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7432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User-level. Personal setup. Not shared. Good for personal tokens and dev-only services.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3236976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3236976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3236976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327355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 Variables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63931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${ENV_VAR} syntax for credentials. Never hardcode tokens — .mcp.json may be committed to Git.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4133088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4133088"/>
            <a:ext cx="402336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4133088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416966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Multi-Server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453542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configured MCP servers are available simultaneously. Claude decides which tool to call based on descriptions.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MCP SERVERS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Popular MCP Servers for Claude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12648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4721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mcp.github.com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2648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PRs, issues, code review, branch management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10312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10312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648" y="2148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mcp.linear.app/mcp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2648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update issues, view cycles, track project status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648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" y="33924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mcp.notion.com/mcp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" y="3611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pages, databases, and workspaces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4023360"/>
            <a:ext cx="4023360" cy="84124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2648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" y="4352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mcp.figma.com/mcp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" y="4572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design files, components, and design tokens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14300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114300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56048" y="1188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14721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mcp.atlassian.com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56048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tickets, sprints, boards, and epics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10312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210312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56048" y="2148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56048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mcp.slack.com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messages, search history, get channel context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06324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306324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56048" y="3108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56048" y="33924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MCP server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611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databases directly from Claude Code sessions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4023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0" y="4023360"/>
            <a:ext cx="109728" cy="84124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56048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56048" y="4352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own Node/Python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4572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MCP server for any internal service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Session Management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execution · Plan mode · Sessions · Context control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WORKFLOWS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 &amp; Workflow Strategies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Each Mode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4023360" cy="214884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109728" cy="34747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499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Mode — Use When: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892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changes across the codebase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decisions with trade-offs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valid approaches to evaluate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requirements needing clarification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209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refactors touching &gt;5 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109728" cy="34747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1499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Execution — Use When: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892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well-defined bug fix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clearly spec'd feature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551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for existing code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or moving files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209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config or dependency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749040"/>
            <a:ext cx="8321040" cy="749808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11480" y="3749040"/>
            <a:ext cx="109728" cy="7498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37947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Workflow: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48840" y="379476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for reasoning → approve plan → Direct execution for implementation. Use the Explore subagent in Plan mode to isolate codebase discovery and reduce context overload in the main agent.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SESSIONS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Management &amp; Context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CEM India  ·  Claude Code Series  · 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023360" cy="169164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109728" cy="34747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207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Resume Session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7490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--resume &lt;name&gt;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03911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exactly where you left off. Full conversation and file context restored. Name sessions with --session-name on first run.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70432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0" y="1170432"/>
            <a:ext cx="109728" cy="34747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1207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🍴 Fork Session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627632"/>
            <a:ext cx="37490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834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fork_session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03911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parallel branch to explore an alternative approach without affecting the main thread. Experimental paths stay isolated.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044952"/>
            <a:ext cx="4023360" cy="169164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044952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044952"/>
            <a:ext cx="109728" cy="34747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081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Compress Context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502152"/>
            <a:ext cx="37490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91363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the active context window while preserving key decisions and facts. Use when the session gets slow or repetitive.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044952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3044952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0" y="3044952"/>
            <a:ext cx="109728" cy="34747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0" y="30815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🗑 Clear &amp; Restart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3502152"/>
            <a:ext cx="374904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83480" y="3520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91363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conversation history. The codebase is still visible but Claude's reasoning slate is clean. Use after unrelated context piles up.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&amp; AUTOMATION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in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 · Structured output · Incremental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CI/CD PATTERNS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in CI/CD Pipelines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CEM India  ·  Claude Code Series  · 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481328" cy="6400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91440" cy="6400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16128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/ PR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9384" y="1298448"/>
            <a:ext cx="164592" cy="274320"/>
          </a:xfrm>
          <a:prstGeom prst="rightArrow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130552" y="1115568"/>
            <a:ext cx="1481328" cy="6400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130552" y="1115568"/>
            <a:ext cx="91440" cy="6400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67712" y="116128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-p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--output-format json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48456" y="1298448"/>
            <a:ext cx="164592" cy="274320"/>
          </a:xfrm>
          <a:prstGeom prst="rightArrow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49624" y="1115568"/>
            <a:ext cx="1481328" cy="6400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9624" y="1115568"/>
            <a:ext cx="91440" cy="6400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86784" y="116128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 JSON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67528" y="1298448"/>
            <a:ext cx="164592" cy="274320"/>
          </a:xfrm>
          <a:prstGeom prst="rightArrow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68696" y="1115568"/>
            <a:ext cx="1481328" cy="6400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568696" y="1115568"/>
            <a:ext cx="91440" cy="6400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05856" y="116128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Review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86600" y="1298448"/>
            <a:ext cx="164592" cy="274320"/>
          </a:xfrm>
          <a:prstGeom prst="rightArrow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287768" y="1115568"/>
            <a:ext cx="1481328" cy="6400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287768" y="1115568"/>
            <a:ext cx="91440" cy="6400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24928" y="1161288"/>
            <a:ext cx="1298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 / Fail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Example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2240280"/>
            <a:ext cx="4114800" cy="2423160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2304288"/>
            <a:ext cx="388620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Claude Code Review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 -p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"Review this PR for bugs,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security issues, and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style violations.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Output only JSON."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--output-format json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--json-schema review.schema.json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&gt; review.json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post-review.js review.json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Best Practices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2249424"/>
            <a:ext cx="3931920" cy="64465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2249424"/>
            <a:ext cx="393192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2249424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0" y="22860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use -p / --print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2651760"/>
            <a:ext cx="3703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Non-interactive. Claude answers and exits. Never leave a session hanging in a pipeline.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19222"/>
            <a:ext cx="3931920" cy="621792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2919222"/>
            <a:ext cx="393192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54880" y="2919222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37760" y="295579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--output-format json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3321558"/>
            <a:ext cx="3703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results reliably. Combine with --json-schema to enforce exact output shape.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573018"/>
            <a:ext cx="3931920" cy="637794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54880" y="3573018"/>
            <a:ext cx="393192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3573018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37760" y="3609594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Isolation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3975354"/>
            <a:ext cx="3703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sessions for 'review' and 'generate' steps — prevents cross-contamination of context.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4240530"/>
            <a:ext cx="3931920" cy="624078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754880" y="4240530"/>
            <a:ext cx="3931920" cy="310896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54880" y="4240530"/>
            <a:ext cx="109728" cy="31089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37760" y="427710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Review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92040" y="4642866"/>
            <a:ext cx="3703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previous findings as context: 'Here are issues from last run. Report only new or unresolved ones.'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Workflows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Recipes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· Code review · Test generation · Migrations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WORKFLOW RECIPES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Everyday Workflow Recipes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2435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a Bug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" y="1554480"/>
            <a:ext cx="33375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69848" y="15819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"Fix the TypeError on line 42 of auth.ts and add a regression test"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386584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386584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38658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78408" y="24597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" y="2770632"/>
            <a:ext cx="33375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69848" y="27980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"Write Jest unit tests for all functions in utils/format.ts"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3602736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3602736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602736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36758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8408" y="3986784"/>
            <a:ext cx="33375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69848" y="40142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HEAD~1 | claude -p "Review this diff for bugs and security issues"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1170432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1170432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21808" y="12435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 a Module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21808" y="1554480"/>
            <a:ext cx="33375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13248" y="15819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"Refactor the UserService class to use dependency injection"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2386584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2386584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238658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24597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Migration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21808" y="2770632"/>
            <a:ext cx="33375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13248" y="27980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"Write a Prisma migration to add a soft-delete column to the Post table"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602736"/>
            <a:ext cx="4023360" cy="1097280"/>
          </a:xfrm>
          <a:prstGeom prst="rect">
            <a:avLst/>
          </a:prstGeom>
          <a:solidFill>
            <a:srgbClr val="FFF4EE"/>
          </a:solidFill>
          <a:ln w="12700">
            <a:solidFill>
              <a:srgbClr val="F5C9A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3602736"/>
            <a:ext cx="475488" cy="1097280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602736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36758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Code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21808" y="3986784"/>
            <a:ext cx="3337560" cy="603504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13248" y="401421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legacy.js | claude -p "Explain what this does and identify tech debt"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BEST PRACTICES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Anti-Patterns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66666"/>
                </a:solidFill>
              </a:rPr>
              <a:t> Claude Code   ·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09728" cy="347472"/>
          </a:xfrm>
          <a:prstGeom prst="rect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DO — Best Practices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4944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 a clear, specific CLAUDE.md first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48256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4944" y="1956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--no-auto-approve on production systems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MCP tools per task to reduce noise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4944" y="2798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/compact before context gets bloated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4944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.mcp.json and CLAUDE.md together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30752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4944" y="3639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Edit overwrite for targeted changes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51376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4944" y="4059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diffs before committing with /diff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164592" cy="164592"/>
          </a:xfrm>
          <a:prstGeom prst="ellipse">
            <a:avLst/>
          </a:prstGeom>
          <a:solidFill>
            <a:srgbClr val="228B22"/>
          </a:solidFill>
          <a:ln w="12700">
            <a:solidFill>
              <a:srgbClr val="228B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4944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named sessions for long multi-day tasks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115568"/>
            <a:ext cx="4023360" cy="347472"/>
          </a:xfrm>
          <a:prstGeom prst="rect">
            <a:avLst/>
          </a:prstGeom>
          <a:solidFill>
            <a:srgbClr val="2B1508"/>
          </a:solidFill>
          <a:ln w="12700">
            <a:solidFill>
              <a:srgbClr val="2B15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1115568"/>
            <a:ext cx="109728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1152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DON'T — Anti-Patterns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627632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92624" y="15361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Claude Code without a CLAUDE.md in CI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048256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92624" y="1956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access to all tools when only 2 are needed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92624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--output-format json without a schema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92624" y="27980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Claude output on prod without a review step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310128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92624" y="3218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 API keys in .mcp.json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730752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92624" y="36393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interactive mode in non-interactive pipelines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4151376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92624" y="4059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sessions grow stale without /compact or reset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572000"/>
            <a:ext cx="164592" cy="164592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992624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reviewing /diff before pushing to main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160520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" y="13350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856232" y="133502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792224"/>
            <a:ext cx="4160520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1792224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4632" y="18653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56232" y="186537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auth login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2322576"/>
            <a:ext cx="4160520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322576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" y="239572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856232" y="239572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REPL session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852928"/>
            <a:ext cx="4160520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2852928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ONE-SHOT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856232" y="292608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"prompt"      # print &amp; exit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383280"/>
            <a:ext cx="4160520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383280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" y="3456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OUTPUT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856232" y="345643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"…" --output-format json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913632"/>
            <a:ext cx="4160520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11480" y="3913632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" y="39867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 INPUT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56232" y="398678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file | claude -p "review"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4443984"/>
            <a:ext cx="4160520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11480" y="4443984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" y="45171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 SESSION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56232" y="451713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--resume my-session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18888" y="1261872"/>
            <a:ext cx="3621024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18888" y="1261872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92040" y="133502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MODEL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263640" y="133502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--model claude-sonnet-4-6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18888" y="1792224"/>
            <a:ext cx="3621024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18888" y="1792224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92040" y="186537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MODE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3640" y="186537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--no-auto-approve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18888" y="2322576"/>
            <a:ext cx="3621024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18888" y="2322576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92040" y="239572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RESTRICT TOOLS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63640" y="2395728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--allowed-tools Read,Grep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18888" y="2852928"/>
            <a:ext cx="3621024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18888" y="2852928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92040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RULES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263640" y="292608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      # inside session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18888" y="3383280"/>
            <a:ext cx="3621024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818888" y="3383280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92040" y="3456432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COMPACT CONTEXT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63640" y="345643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     # inside session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18888" y="3913632"/>
            <a:ext cx="3621024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4818888" y="3913632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92040" y="3986784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DIFF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63640" y="398678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        # inside session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18888" y="4443984"/>
            <a:ext cx="3621024" cy="448056"/>
          </a:xfrm>
          <a:prstGeom prst="rect">
            <a:avLst/>
          </a:prstGeom>
          <a:solidFill>
            <a:srgbClr val="3D200F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818888" y="4443984"/>
            <a:ext cx="1371600" cy="448056"/>
          </a:xfrm>
          <a:prstGeom prst="rect">
            <a:avLst/>
          </a:prstGeom>
          <a:solidFill>
            <a:srgbClr val="1A1A2E"/>
          </a:solidFill>
          <a:ln w="12700">
            <a:solidFill>
              <a:srgbClr val="5C2D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92040" y="4517136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63640" y="4517136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/commit      # inside session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4000" dirty="0"/>
          </a:p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</a:t>
            </a: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0848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2066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Terminal-first agentic assistant — reads, edits, and runs your entire codebase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5420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modes: Interactive REPL · Print (-p) · Pipe — all pipe-friendly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9809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CLI flags including --output-format json, --resume, --allowed-tools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4381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hierarchy: User → Project → Directory with @import modularity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136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38953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MCP-ready: connect GitHub, Linear, Postgres, Figma, and any custom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3708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native: use -p + JSON schema for reliable automated code review pipelines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docs.claude.ai/code  ·  anthropic.com  ·  support.claude.com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2996</Words>
  <Application>Microsoft Office PowerPoint</Application>
  <PresentationFormat>On-screen Show (16:9)</PresentationFormat>
  <Paragraphs>485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— The Agentic Coding Assistant</dc:title>
  <dc:subject>PptxGenJS Presentation</dc:subject>
  <dc:creator>PptxGenJS</dc:creator>
  <cp:lastModifiedBy>Harsh Dalal</cp:lastModifiedBy>
  <cp:revision>7</cp:revision>
  <dcterms:created xsi:type="dcterms:W3CDTF">2026-04-25T06:38:24Z</dcterms:created>
  <dcterms:modified xsi:type="dcterms:W3CDTF">2026-05-13T07:18:45Z</dcterms:modified>
</cp:coreProperties>
</file>