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3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287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1:</a:t>
            </a:r>
            <a:endParaRPr lang="en-US" sz="5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</a:t>
            </a:r>
            <a:endParaRPr lang="en-US" sz="5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13232" y="409651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JSON/XML patterns  ·  Schema-enforced pipelines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outputs  ·  Streaming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Structured Output?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parseability, downstream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JSON, typed fields, arrays, and nested objects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Patterns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attributes, CDATA — when XML beats JSON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models, validation loops &amp; retry logic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Outputs &amp; Streaming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hierarchies, incremental delivery, live pipelines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extractor → validator → streaming 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Structured Output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114800" cy="169164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9436" cy="16916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152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Parse-Ready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output eliminates brittle regex and manual text parsing entirely.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114800" cy="169164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024128"/>
            <a:ext cx="59436" cy="16916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00600" y="102412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65192" y="1152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Type-Safe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catches hallucinated fields before they reach downstream systems.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4114800" cy="169164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59436" cy="16916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289864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3026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Pipeline-Friendly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" y="3429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flows directly into databases, APIs, and UI components.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98648"/>
            <a:ext cx="4114800" cy="169164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2898648"/>
            <a:ext cx="59436" cy="16916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289864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65192" y="3026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65192" y="3429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contracts ensure every model call returns the same shape, every 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64008" cy="3474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8368" y="4462272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"Unstructured output is a bug. Every production AI pipeline needs a schema."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Output Format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024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426464"/>
            <a:ext cx="2697480" cy="33375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53619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APIs &amp; pipelines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32257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dict — no parsing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310896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with Pydantic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389534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nested objects, typed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1024128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82112" y="1024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82112" y="1426464"/>
            <a:ext cx="2697480" cy="33375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19272" y="153619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Document-centric workflows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232257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+ element distinction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310896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CDATA for embedded content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389534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tooling: XPath, XSLT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6752" y="1024128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16752" y="1024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16752" y="1426464"/>
            <a:ext cx="2697480" cy="33375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53912" y="153619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prose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53912" y="232257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regex or NLP to parse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53912" y="310896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strict schema enforcement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53912" y="389534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format doesn't matter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59436" cy="3474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8368" y="4526280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JSON. Use XML only when the downstream system requires it. Never use plain text in pipelines.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20116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Claude to return machine-readable JSON with precise field contracts.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PATTERNS —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Prompting Claude for JSON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0972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408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700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every field name and type in the system prompt before asking.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3042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615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a code fence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9077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return ONLY JSON inside ```json ... ``` for clean extraction.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51129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822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&amp; parse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4114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helper to strip fences and json.loads() the result safely.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5478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36592" y="1115568"/>
            <a:ext cx="4005072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Return ONLY valid JSON. Schema:
{"name":str, "score":int, "tags":[str]}
"""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call_json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(prompt: str) -&gt; dict: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model="claude-sonnet-4-20250514",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system=SYSTEM, max_tokens=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:prompt}])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raw.content[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].text.strip()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(text.strip(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"`"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PATTERNS — ARRAYS &amp; NESTING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Arrays &amp; Nested Objects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precise schema string in the system prompt to get complex nested JSON reliably.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Return ONLY JSON matching this schema exactly:
{
  "company": str,
  "founded": int,
  "products": [{"name": str, "price": float}],
  "metadata": {"active": bool, "region": str}
}
"""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call_json(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"Analyse Acanthropic: AI safety company, founded 2021"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nested access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result.get(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"products"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[])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(p[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p[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use .get() with defaults when accessing nested fields — the model may omit optional keys.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XML Output — When &amp; 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5478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XML WHEN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59436" cy="71323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69164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invoices, contracts, articles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59436" cy="71323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219456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content fields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45973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markup inside text without escaping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9436" cy="71323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/ XSLT pipelines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2783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downstream parses with XML tooling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94176"/>
            <a:ext cx="59436" cy="71323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373075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tag contracts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399592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+ attribute distinction is required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5478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36592" y="1115568"/>
            <a:ext cx="4005072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SYSTEM_XML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Return ONLY valid XML. Use this structure:
&lt;review&gt;
  &lt;title&gt;..&lt;/title&gt;
  &lt;score&gt;..&lt;/score&gt;
  &lt;pros&gt;&lt;item&gt;..&lt;/item&gt;&lt;/pros&gt;
  &lt;cons&gt;&lt;item&gt;..&lt;/item&gt;&lt;/cons&gt;
&lt;/review&gt;
"""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xml.etree.ElementTree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ET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call_claude(SYSTEM_XML, prompt)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ET.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fromstring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(raw)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tree.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).text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[e.text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tree.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"pros/item"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20116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Enforcement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Pydantic to validate model output and automatically retry on schema violations.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 — PYDANTIC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Output Schemas with Pydantic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once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Pydantic model defines both the prompt schema AND the validation rule.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model_validate_json() raises ValidationError on any type or field mismatch.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prompt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40965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model.model_json_schema() directly into your system prompt string.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5478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36592" y="1115568"/>
            <a:ext cx="4005072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pydantic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BaseModel, Field
import json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 = Field(ge=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le=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list[str]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Review.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model_json_schema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"Return ONLY JSON matching: {schema}"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 — RETRY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Loop — Parse, Validate, Retry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validation errors and re-prompt with the specific failure before giving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extract_with_retry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(prompt, retries=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Review: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last_err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None
   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range(retries):
       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suffix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Fix: {last_err}"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last_err else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raw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call_json(prompt + suffix)
           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model_validate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(raw)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success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(JSONDecodeError, ValidationError)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
            last_err = str(e)
   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ValueError(f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"Failed after {retries} retries"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Pass last_error back into the prompt — Claude corrects itself when told exactly what failed.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 — FULL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Schema-Enforced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7180" y="1245943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97180" y="1245943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69948" y="1556839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34540" y="1245943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34540" y="1245943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07308" y="1556839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71900" y="1245943"/>
            <a:ext cx="1572768" cy="713232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71900" y="1245943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4668" y="1556839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09260" y="1245943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09260" y="1245943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2028" y="1556839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246620" y="1245943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46620" y="1245943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" y="2123767"/>
            <a:ext cx="8549640" cy="2383929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4340" y="2233495"/>
            <a:ext cx="7863840" cy="22240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ArticleExtract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Literal[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"positive","neutral","negative"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list[str]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"Return ONLY JSON: {ArticleExtract.model_json_schema()}"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ArticleExtract = extract_with_retry(article_text)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20116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 hierarchies with deeply nested Pydantic models and recursive schemas.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OUTPUTS — PYDANTIC COMPOSITION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Nesting with Pydantic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small models into a hierarchy — Pydantic handles nested validation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Address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street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Contact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|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None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Company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hq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Address     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model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list[Contact]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of nested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revenue_usd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float |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Pydantic auto-generates the full nested JSON schema — paste model_json_schema() into your system prompt.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20116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tokens incrementally for low-latency UIs and real-time structured pipelines.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with the Python SDK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UX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text immediately instead of waiting for the full response.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outputs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long documents or reports without hitting timeout limits.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hooks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40965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log or filter tokens as they arrive from the model.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5478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36592" y="1115568"/>
            <a:ext cx="4005072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 model name once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"claude-sonnet-4-20250514"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:prompt}]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client.messages.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=MODEL,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stream: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stream: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ev.type ==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"content_block_delta"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(ev.delta.text, end=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flush=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WITH STRUCTURED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JSON - Accumulate &amp; Parse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streamed tokens into a buffer, then parse the complete JSON once streaming ends.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stream_to_json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(prompt: str)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client.messages.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(model=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"claude-sonnet-4-20250514"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system=SYSTEM, max_tokens=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messages=[{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:prompt}])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ev.type ==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"content_block_delta"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buffer.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(ev.delta.text)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.join(buffer).strip(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"`"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 very large JSON, use ijson for streaming parse — avoid loading the full buffer into memory.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structured output pipeline: schema → stream → validate → typed object: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9280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3016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Buffer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6752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0488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148840"/>
            <a:ext cx="8522208" cy="22250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267712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pipeline in 4 lines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Company.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model_json_schema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define schema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"Return ONLY JSON: {schema}"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inject into prompt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stream_to_json(article_text)        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stream &amp; buffer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extract_with_retry(article_text)       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validate &amp; retry
# Access typed fields safely
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(result.name, result.hq.city, result.founded)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Build Your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Extractor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Claude to extract 5 named fields as JSON. Strip fences, parse, and print each field cleanly.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Loop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Pydantic model, inject its schema, and add a 3-retry validation loop with error pass-back.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nested JSON response, accumulate the buffer, validate with Pydantic, and write to a .json file.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1 — Structured Output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declare a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02412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full field contract in the system prompt. Claude follows explicit schemas reliably.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first, XML if needed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773936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JSON for machine pipelines. Use XML only when the downstream requires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Pydantic validates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523744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model_validate_json() is your guard — never trust raw model output in production code.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on failure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27355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exact validation error back in the next prompt. Claude self-corrects when shown the problem.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then parse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02336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streamed tokens, strip fences, then parse once complete. Never parse a partial buffer.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1 — Structured Output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3-step extraction pipeline: raw text → JSON → Pydantic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XML output as an alternative branch controlled by a flag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entire pipeline in a retry loop with structured error reporting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responses for the nested output stage and log token throughput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1 — Structured Output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2310</Words>
  <Application>Microsoft Office PowerPoint</Application>
  <PresentationFormat>On-screen Show (16:9)</PresentationFormat>
  <Paragraphs>321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– Structured Output</dc:title>
  <dc:subject>PptxGenJS Presentation</dc:subject>
  <dc:creator>PptxGenJS</dc:creator>
  <cp:lastModifiedBy>Harsh Dalal</cp:lastModifiedBy>
  <cp:revision>3</cp:revision>
  <dcterms:created xsi:type="dcterms:W3CDTF">2026-05-11T11:51:09Z</dcterms:created>
  <dcterms:modified xsi:type="dcterms:W3CDTF">2026-05-15T15:05:02Z</dcterms:modified>
</cp:coreProperties>
</file>