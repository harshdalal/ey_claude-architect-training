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05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2:</a:t>
            </a:r>
            <a:endParaRPr lang="en-US" sz="5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5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strategy  ·  Python budget manager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context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Context Management?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costs, and the attention problem at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Anatomy, budgeting, and prioritisation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Budget 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class to track and cap token usage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 Trimming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Truncate, summarise, and compress context on the fly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Context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rank, and fit docs into a fixed token budget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→ trimmer → RAG pipeline end-to-end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Context Management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overflows on long sessions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loses focus on distant information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 grow unpredictably with token bloat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instructions buried under irrelevant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enforced — no surprise overflows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content always at top of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predictable and bounded per call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preserved regardless of history length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not free. Every token you send is a token that could have been a better instruction.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anatomy, plan token budgets, and prioritise content.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STRATEGY — 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Context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87552" cy="91440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987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44752" y="1005840"/>
            <a:ext cx="822960" cy="91440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444752" y="1005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005840"/>
            <a:ext cx="2304288" cy="914400"/>
          </a:xfrm>
          <a:prstGeom prst="rect">
            <a:avLst/>
          </a:prstGeom>
          <a:solidFill>
            <a:srgbClr val="5A3A2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67712" y="1005840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(RAG)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2468880" cy="914400"/>
          </a:xfrm>
          <a:prstGeom prst="rect">
            <a:avLst/>
          </a:prstGeom>
          <a:solidFill>
            <a:srgbClr val="3A24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0" y="1005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040880" y="1005840"/>
            <a:ext cx="822960" cy="91440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0" y="1005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1005840"/>
            <a:ext cx="822960" cy="914400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63840" y="1005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200k token context window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411480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" y="2395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Never trim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743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core instructions. These must always fit — size them first.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04288"/>
            <a:ext cx="411480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00600" y="2304288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65192" y="2395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Trim last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2743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conversation turns. Keep N most recent, summarise or drop older turns.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11296"/>
            <a:ext cx="411480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351129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" y="36027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Trim aggressively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39502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docs. Only include top-k by relevance score — never dump all results.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511296"/>
            <a:ext cx="411480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6027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Reserve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65192" y="395020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 headroom for the model output — set max_tokens and respect it.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STRATEGY — BUDGET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Budget Planning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context window upfront — never discover an overflow at runtime.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MODEL_LIMIT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200_000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claude-sonnet-4 context window
# Token budget — allocate zones upfront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"system"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4_000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negotiable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"instructions"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 / task brief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"history"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8_000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recent conversation turns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"rag_docs"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40_000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retrieved context chunks
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"output"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4_096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reserved for model response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 at module load — fail fast before any API call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sum(BUDGET.values()) &lt;= MODEL_LIMIT,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"Budget exceeds context window"
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remaining headroom at any point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BUDGET[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BUDGET[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"history"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MODEL_LIMIT - sum(BUDGET.values())
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"Allocated {sum(BUDGET.values()):,} / {MODEL_LIMIT:,} · Free: {free:,}"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assert your budget sums ≤ MODEL_LIMIT at module load time — catches bloat before it reaches production.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STRATEGY — PRIORITISATION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Prioritisation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text, never truncated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072" y="256032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instructions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8163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task brief and constraints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6072" y="358444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user 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840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you're responding 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IF SPACE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91840" y="1508760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0712" y="1792224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 turns (trim older first)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532888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10712" y="256032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28163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 score, not all retrieved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557016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10712" y="358444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840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few-shot examples before history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26480" y="1508760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history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5352" y="1792224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or drop turns &gt; N 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532888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45352" y="256032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Low-score docs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45352" y="2816352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chunks below relevance threshold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3557016"/>
            <a:ext cx="50292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45352" y="3584448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context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384048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nice-to-have background info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Budget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class to track, enforce, and trim token budgets.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—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Context Budget 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tiktoken to count real tokens before building the messages list — not chars.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enforcement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content zone (system, history, rag) has a hard cap. Exceeding it triggers trim.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hooks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trim function per zone. Budget manager calls it when the zone overflows.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zone usage before every API call — makes overruns instantly debuggable.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Budget Manager interface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BudgetManager(BUDGET)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content to zones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system_prompt)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raises if over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"rag_docs"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docs_text)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usage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prints zone usage table
# Build messages list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build_messages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(user_turn)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Remaining headroom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tokens left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Manager — Core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tiktoken to count tokens exactly — no guessing with character estimates.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tiktoken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BudgetManager: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budget: dict):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self.budget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budget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self.usage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{k: 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k in budget}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self.content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{k: [] for k in budget}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self.enc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tiktoken.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get_encoding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"cl100k_base"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text: str) -&gt; int: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len(self.enc.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zone: str, text: str) -&gt; None: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self.usage[zone] + tokens &gt; self.budget[zone]: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"Zone {zone} over budget"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      self.usage[zone] += tokens
        self.content[zone].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cl100k_base for Claude — it closely matches Anthropic's tokeniser and avoids undercounting.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— BUILD &amp;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Messages &amp; Inspect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build_messages()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final messages list in the correct order — system first, history, user turn.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tokens still available. Use this to gate how much RAG content you add.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table: zone / budget / used / free. Essential for debugging overruns.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reset(zone=None)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one zone or all zones between sessions. Keeps the manager reusable.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Remaining methods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remaining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int: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sum(self.usage.values())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sum(self.budget.values())
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- used
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summary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 -&gt; None:
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zone, cap 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self.budget.items():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self.usage[zone]
</a:t>
            </a: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"{zone:15} {used:&gt;6}/{cap:&lt;6}"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</a:t>
            </a:r>
            <a:r>
              <a:rPr lang="en-US" sz="9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build_messages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user: str) -&gt; list: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.join(self.content[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self.content[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"history"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sys_msg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:sys}]
</a:t>
            </a: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usr_msg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[{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:user}]
</a:t>
            </a: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sys_msg + hist + usr_msg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 — DYNAMIC TRIMMING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Content Trimming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zone overflows its budget, trim before adding — never let the API call fail.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trim_to_budget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(bm, zone, text, strategy=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"truncate"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headroom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bm.budget[zone] - bm.usage[zone]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 &lt;= headroom: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strategy ==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"truncate"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bm.enc.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(text)[:headroom]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bm.enc.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(toks) +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"…"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strategy ==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in {headroom//4} words:\n{text}"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draft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call_claude(prompt)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(draft) &lt;= headroom: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draft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trim_to_budget(bm, zone, draft,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"truncate"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ValueError(f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 strategy: {strategy}"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'truncate' for history (recency matters), 'summarise' for RAG docs (density matters).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Control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rank, and fit documents into a fixed token budget.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with Context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query to an embedding, do cosine similarity search across your document store.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651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retrieved chunks by relevance score descending. Only proceed with the top N candidates.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filter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candidates in score order. Add each chunk until the rag_docs budget zone is full. Stop there.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006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51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651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final messages with BudgetManager. The RAG docs become part of the system message.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RETRIEVER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Budget-Aware Retriever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 chunks, rank by score, then add only what fits the rag_docs budget.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retrieve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(query: str, store, bm: BudgetManager, top_k=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
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"""Retrieve docs that fit rag_docs budget zone."""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q_emb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embed(query)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store.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(q_emb, top_k=top_k)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[(score, text), ...]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(reverse=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key=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h: h[</a:t>
            </a: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score, text 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hits: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
</a:t>
            </a: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avail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bm.budget[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"rag_docs"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bm.usage[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"rag_docs"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tokens &lt;= avail: selected.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(text); bm.</a:t>
            </a: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"rag_docs"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text)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break  </a:t>
            </a: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budget full — stop
</a:t>
            </a: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"\n\n"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.join(selected)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Break as soon as the next chunk won't fit — don't skip and try smaller ones. Order = quality.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FULL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Context-Controlled RAG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before retrieval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 first — cheaper and faster than embedding all docs at query 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 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chunks below 0.7 cosine similarity even if budget has room. Quality over quantity.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deduplication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chunks that share &gt; 40% token overlap with already-selected chunks.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check on every add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budget before adding — never trust that 'it should fit'.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Enhanced retriever with gates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MIN_SCORE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relevance floor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"rag_docs"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zone alias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score, text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hits: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&lt; MIN_SCORE:
        break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sorted desc — done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is_duplicate(text, selected):
        continue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bm.budget[Z] - bm.usage[Z]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 &gt; avail:
        break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budget full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(text)
   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(Z, text)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BudgetManager + retriever + API call — a complete context-controlled RAG pipeline: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System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History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8229600" cy="25786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2267712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rag_query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(query: str, store, history: list) -&gt; str: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BudgetManager(BUDGET)
   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SYSTEM_PROMPT)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fixed content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turn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history[-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
       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"history"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turn[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recent history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retrieve(query, store, bm)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RAG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zone usage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build_messages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 + docs)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assemble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call_claude(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max_tokens=BUDGET[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— HISTORY TRIMMING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Conversation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sessions blow the history budget. Three strategies to stay within bounds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fit_history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(turns: list, bm: BudgetManager, strategy=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"sliding"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bm.budget[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"history"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strategy ==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"sliding"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Keep most-recent turns that fit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kept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used = [], 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reversed(turns):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tok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bm.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(t[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used + tok &gt; cap: break
            kept.</a:t>
            </a: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t); used += tok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kept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strategy == 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Summarise old turns, keep recent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old, recent = turns[: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turns[</a:t>
            </a: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  </a:t>
            </a: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last 4 verbatim
</a:t>
            </a: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summary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summarise_turns(old)
</a:t>
            </a: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[{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:summary}] + recent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Sliding window is simpler; summarise preserves semantic context at the cost of one extra API call.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Manage Your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BudgetManager with add(), count(), remaining(), and summary(). Run the assert check.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Trimmer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trim_to_budget() with truncate and summarise strategies. Test on a 5k-token history.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Budget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retrieve() → budget filter → build_messages() → call_claude(). Log bm.summary() per call.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2 — Context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before you 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token zones upfront. Assert the sum ≤ MODEL_LIMIT at load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tokens exactly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tiktoken — not character estimates. Off-by-thousands causes silent overruns.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= rank then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chunks, sort descending, add until the budget zone is full, then stop.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 history, not intent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or summarise old turns. Never trim the system prompt or current task.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bm.summary() always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zone table on every call during development. Overruns are invisible otherwise.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Context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summarise strategy to fit_history() and test it on a 20-turn 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retriever with an overlap deduplication check before adding chunks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cost estimator to BudgetManager using the Anthropic pricing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session logger that writes bm.summary() to a JSON file every 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2 — Context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2997</Words>
  <Application>Microsoft Office PowerPoint</Application>
  <PresentationFormat>On-screen Show (16:9)</PresentationFormat>
  <Paragraphs>291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– Context Management</dc:title>
  <dc:subject>PptxGenJS Presentation</dc:subject>
  <dc:creator>PptxGenJS</dc:creator>
  <cp:lastModifiedBy>Harsh Dalal</cp:lastModifiedBy>
  <cp:revision>1</cp:revision>
  <dcterms:created xsi:type="dcterms:W3CDTF">2026-05-11T15:37:35Z</dcterms:created>
  <dcterms:modified xsi:type="dcterms:W3CDTF">2026-05-15T16:04:08Z</dcterms:modified>
</cp:coreProperties>
</file>