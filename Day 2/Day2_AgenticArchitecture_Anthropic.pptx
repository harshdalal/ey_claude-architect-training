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2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9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" cy="320040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2:</a:t>
            </a:r>
            <a:endParaRPr lang="en-US" sz="5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</a:t>
            </a:r>
            <a:endParaRPr lang="en-US" sz="5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3232" y="41330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patterns  ·  Routing &amp; delegation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minimal orchestrator in 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Call vs Agentic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prompt isn't enough for complex tasks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Pattern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controller, many specialist workers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Delegation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Keyword, LLM classifier, and embedding strategies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Orchestrator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Python implementation from scratch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Reliability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timeouts, and graceful degradation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workers → orchestrator → full pipeline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Single Calls to Agentic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4114800" cy="226771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→ one response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no memory between calls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tools or call other agents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tasks needing multiple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408176"/>
            <a:ext cx="4114800" cy="226771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delegates, and iterates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state across many calls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tools, APIs, and sub-agents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arbitrarily complex goals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8229600" cy="62179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785616"/>
            <a:ext cx="64008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" y="3785616"/>
            <a:ext cx="7818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architecture composes reliable systems from unreliable, probabilistic model calls.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Orchestrator-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 Pattern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controller plans and delegates; specialist workers execute each subtask.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— CORE PATTERN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Orchestrator-Worker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2356" y="987552"/>
            <a:ext cx="7347204" cy="768096"/>
          </a:xfrm>
          <a:prstGeom prst="rect">
            <a:avLst/>
          </a:prstGeom>
          <a:solidFill>
            <a:srgbClr val="CC5A1F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358189" y="987552"/>
            <a:ext cx="3768291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00200" y="1755648"/>
            <a:ext cx="73152" cy="5486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377440" cy="73152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59436" cy="73152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63624" y="3035808"/>
            <a:ext cx="73152" cy="457200"/>
          </a:xfrm>
          <a:prstGeom prst="rect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0" y="1755648"/>
            <a:ext cx="73152" cy="5486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017520" y="2304288"/>
            <a:ext cx="2377440" cy="73152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2304288"/>
            <a:ext cx="59436" cy="73152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017520" y="23042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78224" y="3035808"/>
            <a:ext cx="73152" cy="457200"/>
          </a:xfrm>
          <a:prstGeom prst="rect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629400" y="1755648"/>
            <a:ext cx="73152" cy="5486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532120" y="2304288"/>
            <a:ext cx="2377440" cy="73152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532120" y="2304288"/>
            <a:ext cx="59436" cy="73152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532120" y="23042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92824" y="3035808"/>
            <a:ext cx="73152" cy="457200"/>
          </a:xfrm>
          <a:prstGeom prst="rect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5112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flow back to orchestrator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4114800" cy="822960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59436" cy="8229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" y="382219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role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84832" y="382219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goal, decomposes into subtasks, delegates to workers, collects results, synthesises output.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767328"/>
            <a:ext cx="4114800" cy="822960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00600" y="3767328"/>
            <a:ext cx="59436" cy="8229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65192" y="382219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role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28232" y="382219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one focused subtask, executes it with a specialist system prompt, returns a structured result.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— RESPONSIBILITIES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 Responsibilities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decomposition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high-level goal into 2–5 discrete subtasks, each worker can execute independently.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selection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worker per subtask based on declared capability. Route with keyword or LLM classifier.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task status (pending / running / done / failed). Pass results forward between dependent steps.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synthesis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worker outputs. Merge, rank, or summarise them into a single coherent final response.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Orchestrator skeleton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Orchestrator: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goal):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decompose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self.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decompose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(goal)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delegate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tasks: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self.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(task)
      results.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(task))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synthesise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synthesise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— WORKER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 Design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50876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Single-purpose worker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9202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capability per worker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259689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to test and debug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327355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without affecting others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395020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well-defined tasks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8211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19272" y="150876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Multi-capability worker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9272" y="19202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varied task types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19272" y="259689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workers to maintain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19272" y="327355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system prompt needed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9272" y="395020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early prototypes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675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53912" y="150876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 spawns sub-workers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53912" y="19202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acts as sub-orchestrator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53912" y="259689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deeply complex subtasks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53912" y="327355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delegation pattern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53912" y="395020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care — adds latency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&amp;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orchestrator decides which worker handles each task.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DELEGATION — STRATEGIES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Routing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33472" cy="694944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Keyword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10128" y="1005840"/>
            <a:ext cx="2633472" cy="694944"/>
          </a:xfrm>
          <a:prstGeom prst="rect">
            <a:avLst/>
          </a:prstGeom>
          <a:solidFill>
            <a:srgbClr val="CC5A1F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10128" y="100584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63056" y="1005840"/>
            <a:ext cx="2633472" cy="694944"/>
          </a:xfrm>
          <a:prstGeom prst="rect">
            <a:avLst/>
          </a:prstGeom>
          <a:solidFill>
            <a:srgbClr val="4A2C1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63056" y="100584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Embedding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2633472" cy="1920240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59436" cy="19202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" y="18653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Routing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212848"/>
            <a:ext cx="23317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matching or regex on the task text. Zero cost, fully deterministic.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well-defined prefixes: 'summarise:', 'translate:', 'code:'.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1810512"/>
            <a:ext cx="2633472" cy="1920240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310128" y="1810512"/>
            <a:ext cx="59436" cy="19202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0" y="18653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212848"/>
            <a:ext cx="23317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classifies intent and returns a worker key. Flexible, handles ambiguity.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open-ended user messages where intent is implicit.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1810512"/>
            <a:ext cx="2633472" cy="1920240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63056" y="1810512"/>
            <a:ext cx="59436" cy="19202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27648" y="18653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27648" y="2212848"/>
            <a:ext cx="23317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task, compare cosine distance to worker descriptions.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workers are numerous and descriptions are semantically rich.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56692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64008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8368" y="3840480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keyword routing. Only upgrade to LLM classification when keyword matching fails on real inputs.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DELEGATION — LLM ROUTER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LLM-Based Routing in Python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classify the task intent and return a worker key — robust to ambiguous inputs.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ROUTER_SYS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
Route the task. Return ONLY one of:
research | code | summarise | validate
"""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(task: str) -&gt; str: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[{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:task}]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model="claude-sonnet-4-20250514",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system=ROUTER_SYS, max_tokens=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messages=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resp.content[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].text.strip().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WORKERS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"research"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max_tokens=5 for the router — it returns one word. Keeps routing fast and cheap.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DELEGATION —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Delegation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run in order. Each output feeds the next. Use when tasks depend on prior results.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tasks run concurrently via asyncio. Cuts wall-clock time dramatically.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different workers based on an intermediate result or confidence score.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primary worker fails or returns low-quality output, route to a backup worker.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Parallel + fallback patterns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asyncio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Parallel — run all tasks at once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parallel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(tasks: list) -&gt; list: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coros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[WORKERS[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(t)].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 for t in tasks]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asyncio.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gather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(*coros)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Fallback — try primary, then backup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with_fallback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(task, primary, backup):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await primary.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(task)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Exception: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await backup.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minimal but production-ready Python orchestrator step by step.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ORCHESTRATOR —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9280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016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6752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Collect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488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19202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19202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1792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class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" y="23774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decompose / route / execute / synthesise. The only entry point for the caller.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9202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9202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00600" y="19202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65192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registry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65192" y="23774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mapping string keys to Worker instances. Add new workers by inserting one entry.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1792" y="3401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function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" y="3749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classifier returns a worker key for any task string. Fully swappable independently.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2918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00600" y="32918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00600" y="32918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65192" y="3401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per run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65192" y="3749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TaskResult dataclasses — status, output, error. Easy to log, inspect, and replay.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ORCHESTRATOR — WORKERS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Implementing the Worker Class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worker: a name, a focused system prompt, and a single execute() method.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dataclasses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dataclass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
class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Worker: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str;  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 =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"claude-sonnet-4-20250514"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task: str) -&gt; str: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[{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:task}]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client.messages.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        model=self.model, system=self.system,
            max_tokens=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messages=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resp.content[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Keep worker system prompts short and specific. One job, one tone, one output format.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ORCHESTRATOR — CORE CLASS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Orchestrator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registry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maps worker key → Worker. Add workers by inserting a single entry — no code changes needed.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decompose() 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call with a JSON-array prompt — converts goal string into list[str] of subtasks.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synthesise() call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Claude call that merges all worker outputs into one coherent final response.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entry point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public method: decompose → route → execute → synthesise. Returns a str.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Orchestrator core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Orchestrator: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workers):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self.workers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workers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decompose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goal) -&gt; list: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call_claude(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"Split into 2-4 tasks: 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+goal,
               system=DECOMPOSE_SYS)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(raw)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list[str]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goal: str) -&gt; str: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self.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decompose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(goal)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[self.workers[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(t)].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 for t in tasks]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synthesise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(goal, results)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ORCHESTRATOR — DECOMPOSE &amp; SYNTHESISE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 &amp; Synthesise with Claude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are just Claude calls with task-specific system prompts. Nothing magic.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DECOMPOSE_SYS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
Split the goal into 2-4 focused subtasks.
Return ONLY a JSON array of strings.
"""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SYNTHESISE_SYS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
Merge these worker results into one
coherent response. Be concise.
"""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synthesise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goal, results):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.join(results)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"Goal:{goal}\n\nResults:\n{body}"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call_claude(prompt, system=SYNTHESISE_SYS)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Ask decompose() for 2–4 tasks. More subtasks = more latency and cost.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RELIABILITY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the Orchestrator Reliable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failed workers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execute() in a retry loop. Pass the last error back as context on each attempt.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timeouts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asyncio.wait_for() cancels workers that stall. Always set a ceiling.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outputs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empty or malformed results before synthesise() sees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 gracefully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 with partial results rather than crashing on repeated worker failures.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Reliable execute — retry wrapper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safe_execute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(worker, task, retries=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last_err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None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attempt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range(retries):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 = worker.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(task)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len(res) &gt; 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e:
            last_err = str(e)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"[FAILED: {last_err}]"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workers, register them, and run the orchestrator against a real goal: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9280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57400" y="1325880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5740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3016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94760" y="1325880"/>
            <a:ext cx="1572768" cy="713232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9476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6752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532120" y="1325880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3212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0488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69480" y="1325880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6948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8229600" cy="257860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2267712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Define workers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
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"research"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Worker(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"research"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research topics carefully and cite sources."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
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"code"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Worker(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write clean, typed Python with docstrings."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
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"summarise"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Worker(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summarise text concisely in bullet points."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
}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Run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Orchestrator(WORKERS)
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(orch.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"Research asyncio, write a usage example, summarise it"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Exercises — Build the Orchestrator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2618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route() with max_tokens=5. Test 10 task strings. Verify every key lands in WORKERS.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963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&amp; Registry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86207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 Worker instances (research, code, summarise). Call each directly to confirm output.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639312"/>
            <a:ext cx="1417320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7307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Orchestrator Run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09651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decompose → route → safe_execute → synthesise. Run 2 real goals. Measure latency.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5A1F"/>
                </a:solidFill>
              </a:rPr>
              <a:t>Total: 70 min  ·  Work in pairs  ·  Trainer available  ·  Day 2 — Agentic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Orchestrator owns the plan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13632" y="102412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Decomposes, delegates, and synthesises. Workers never see the full goal.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7393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Workers: one job each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13632" y="177393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prompt, one capability, one format. Swap or add workers without touching the orchestrator.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237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Simplest routing first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2523744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routing first. Use LLM classification only when keywords break on real inputs.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7355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= less latency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13632" y="327355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asyncio.gather() on tasks without dependencies — cuts wall-clock time dramatically.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0233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is required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13632" y="402336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timeouts, and partial-result synthesis — every production agent needs all three.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Agentic Architecture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" cy="1508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17043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orchestrator with a 4th specialist worker of your own choosing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33649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asyncio parallel execution and measure the latency improvement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770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confidence gate between execute() and synthesise()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42793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task, worker, result, and retry attempt to a JSON file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</a:rPr>
              <a:t>Claude Ecosystem  ·  AI Training Series  ·  Day 2 — Agentic Architecture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2448</Words>
  <Application>Microsoft Office PowerPoint</Application>
  <PresentationFormat>On-screen Show (16:9)</PresentationFormat>
  <Paragraphs>299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– Agentic Architecture</dc:title>
  <dc:subject>PptxGenJS Presentation</dc:subject>
  <dc:creator>PptxGenJS</dc:creator>
  <cp:lastModifiedBy>Harsh Dalal</cp:lastModifiedBy>
  <cp:revision>2</cp:revision>
  <dcterms:created xsi:type="dcterms:W3CDTF">2026-05-11T15:13:17Z</dcterms:created>
  <dcterms:modified xsi:type="dcterms:W3CDTF">2026-05-15T15:38:34Z</dcterms:modified>
</cp:coreProperties>
</file>