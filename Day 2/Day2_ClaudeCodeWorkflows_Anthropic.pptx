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2:</a:t>
            </a:r>
            <a:endParaRPr lang="en-US" sz="4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4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13232" y="4133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config &amp; CLAUDE.md  ·  Refactoring real codebases  ·  CI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Setup &amp; Configuration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Claude Code, explore flags, aliases &amp; global settings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Project Memory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persistent context files Claude reads on every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Real Codebases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workflow: analyse → plan → execute → verify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Integration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Claude Code into GitHub Actions &amp; automated pipelines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Workflows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 edits, dependency tracing, and safe batch changes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→ CLAUDE.md → refactor → CI pipeline end-to-end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Claude Code?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33472" cy="181051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Depth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entire codebase — not just the open 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024128"/>
            <a:ext cx="2633472" cy="181051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078992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3310128" y="182880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121408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the terminal you already live 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024128"/>
            <a:ext cx="2633472" cy="181051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078992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163056" y="182880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Awareness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63056" y="2121408"/>
            <a:ext cx="2633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diffs, blame, branches, and commit history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411480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44368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017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Codebase-Aware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76272" y="30175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your project at startup — asks about architecture, not syntax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44368"/>
            <a:ext cx="411480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944368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3017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9672" y="30175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implement → test → fix in a single conversation thread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13048"/>
            <a:ext cx="411480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13048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88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76272" y="38862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 real file edit you can diff, revert, or approve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813048"/>
            <a:ext cx="411480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813048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886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19672" y="38862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Claude Code into scripts, pre-commit hooks, and CI steps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Setup &amp;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Claude Code, explore the command surface, and configure it for your workflow.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SETUP — INSTALLATION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Installing &amp; Running Claude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93192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4128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06424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4264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via npm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110642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93192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0253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3225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200253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login  (opens browser OAuth)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393192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16352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8986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32186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project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3080" y="289864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 &amp;&amp; claude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3931920" cy="7498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12464"/>
            <a:ext cx="59436" cy="7498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7947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4114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83080" y="3794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indexes the codebase on startup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005840"/>
            <a:ext cx="4297680" cy="35478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115568"/>
            <a:ext cx="4005072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globally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Authenticate once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login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a session in your project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~/projects/my-api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start with a task inline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"refactor the auth module"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version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--help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SETUP — FLAGS &amp; CONFIGURATION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Flags, Modes &amp; Global Config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CLI surface to control context, output format, and session behaviour.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Print mode (no interactive session)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"What does the auth module do?"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Pipe input from stdin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src/auth.py |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"Find all SQL injection risks"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Output as JSON (for scripting)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"List all API endpoints" --output-format json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Limit context (faster for large repos)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"Summarise this file" --files src/main.py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Global config (~/.claude/config.json)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config set model "claude-sonnet-4-20250514"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config set theme dark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-p (print mode) in scripts and CI — it exits cleanly with a non-zero code on failure.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Memory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Claude about your codebase once — it reads this file every session.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WHAT &amp;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— Your Project's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41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155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 that carries across every session — no re-explaining your stack.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568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482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Guide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225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modules, ownership patterns, and the reasoning behind key decisions.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895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809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Standards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552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style rules, naming conventions, and linting setup Claude must follow.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22192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1363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Shortcuts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8795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Claude your test commands, deploy steps, and common task patterns.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  (place in project root)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Project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REST API, Python 3.12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via SQLAlchemy 2.0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Architecture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src/api/       → route handlers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  → business logic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src/models/    → SQLAlchemy ORM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Code Standards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Ruff + Black (line 88)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Type hints required everywhere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Docstrings: Google style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Commands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 pytest -x --cov=src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lint:  ruff check . &amp;&amp; black 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BEST PRACTICES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Effective CLAUDE.md 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24128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2412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26464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1790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783080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framework, version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256946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where and why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335584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lint, build, deploy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4142232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/ touch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82112" y="1024128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02412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USEFUL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2112" y="1426464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51790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conventions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0712" y="1783080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rules, branch naming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30428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256946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bugs or tech debt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9067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0712" y="335584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services, env vars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3877056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10712" y="4142232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terms &amp; acronyms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16752" y="1024128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1024128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16752" y="1426464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151790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 code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45352" y="1783080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files directly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230428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prose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45352" y="2569464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concise &amp; scannable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309067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info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45352" y="3355848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docs hurt more than help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26480" y="3877056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45352" y="4142232"/>
            <a:ext cx="2359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existing docs instead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Refactoring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Codebases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four-phase workflow for safe, reviewable, large-scale code refactors.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— WORKFLOW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Four-Phase Refactoring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1920240" cy="117043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" y="15910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codebase, list issues, identify dependencies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219456" cy="12801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024128"/>
            <a:ext cx="1920240" cy="1170432"/>
          </a:xfrm>
          <a:prstGeom prst="rect">
            <a:avLst/>
          </a:prstGeom>
          <a:solidFill>
            <a:srgbClr val="CC5A1F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0241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87752" y="15910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step-by-step refactor plan with rationale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554480"/>
            <a:ext cx="219456" cy="12801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24128"/>
            <a:ext cx="1920240" cy="1170432"/>
          </a:xfrm>
          <a:prstGeom prst="rect">
            <a:avLst/>
          </a:prstGeom>
          <a:solidFill>
            <a:srgbClr val="4A2C1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241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D5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8D5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6592" y="15910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changes file-by-file; run tests after each step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554480"/>
            <a:ext cx="219456" cy="12801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024128"/>
            <a:ext cx="1920240" cy="1170432"/>
          </a:xfrm>
          <a:prstGeom prst="rect">
            <a:avLst/>
          </a:prstGeom>
          <a:solidFill>
            <a:srgbClr val="CC5A1F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0241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85432" y="159105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run, linting, and diff review before commit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59152"/>
            <a:ext cx="8229600" cy="245059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231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Claude prompts for each phase: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2697480"/>
            <a:ext cx="786384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1 — Analyse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 all files that handle authentication, note any issues or duplication"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2 — Plan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step-by-step plan to extract auth logic into a dedicated service"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3 — Execute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"Implement step 1 of the plan. Run tests after each file change"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Phase 4 — Verify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 all tests, lint, and summarise what changed and why"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— PHASE 1: ANALYSE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Analyse the Codebase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map structure, spot patterns, and surface risks before touching any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 the module structure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"Show me every file in src/ that imports from database.py,
 explain what each one uses"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Spot code smells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"Find all functions longer than 50 lines and explain why they should be split"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Surface duplication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"Are there repeated patterns across the API handlers? List them with file:line refs"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Dependency risk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 I change the User model, which files break? Show the full dependency chain"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Type-safety audit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 every function missing type hints in src/services/ with line numbers"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get a written analysis before the plan — it forces Claude to read the code, not guess.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— EXECUTE &amp; VERIFY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Safely — One Step at a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41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155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after each step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commits make bisect trivial if a step breaks something.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568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482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between steps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225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run pytest / jest before moving to the next file.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895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809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diff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552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diff shows exactly what changed — read it before confirming.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3931920" cy="80467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22192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13632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 surprises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8795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dependency flagged? Stop, re-enter Phase 1 before continuing.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session prompts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Execute step prompt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"Apply step 2: extract auth into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src/services/auth_service.py.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pytest tests/test_auth.py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before moving to step 3"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Between-step commit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"Summarise what changed in one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sentence for the commit msg"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phase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 full suite + ruff check.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 all files changed and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summarise in 5 bullets"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— MULTI-FILE WORKFLOWS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Multi-file Edits &amp; Dependency Tracing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trace imports, update all call sites, and keep changes consistent across files.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Rename a function across the entire codebase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"Rename get_user() to fetch_user() in all files.
 Update imports, call sites, and tests.
 Show a summary of every file changed"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Move a module and fix all imports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"Move src/utils/db_helpers.py to src/db/helpers.py.
 Fix every import in the project. Run tests after."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parameter to an interface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 optional timeout: int = 30 to process_request().
 Update signature, all callers, and docstring."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a shared utility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"Find all places where we paginate API results.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Extract a shared paginate() helper and replace all usages."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For renames, always ask Claude to list all affected files first — then confirm before executing.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Claude Code into GitHub Actions, pre-commit hooks, and automated review pipelines.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INTEGRATION —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Claude Code Fits in CI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24128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9280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024128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024128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016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024128"/>
            <a:ext cx="1572768" cy="713232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024128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6752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024128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024128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488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1024128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024128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9202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19202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Code 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" y="23774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analyses every pull request, comments on issues, suggests improvements.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9202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19202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9202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029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on Failure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65192" y="23774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tests fail, Claude diagnoses the error and pushes a fix commit.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2918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2918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401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Generation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" y="3749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merge to main, Claude updates README and API docs automatically.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29184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29184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29184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3401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65192" y="3749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scans diffs for secrets, injection risks, and dependency vulnerabilities.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INTEGRATION — GITHUB ACTIONS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 — PR Review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.github/workflows/claude-review.yml — runs on every pull request automatically.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Claude PR Review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[pull_request]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Install Claude Code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npm i -g @anthropic-ai/claude-code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Review PR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env: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ANTHROPIC_API_KEY: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${{ secrets.ANTHROPIC_API_KEY }}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|
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claude -p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"Review PR: bugs, style, security"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--output-format json &gt; review.json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Store ANTHROPIC_API_KEY as a GitHub Actions secret — never hard-code it in the workflow file.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Claude Code workflow: CLAUDE.md → analyse → refactor → CI gate: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9280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325880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3016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1325880"/>
            <a:ext cx="1572768" cy="713232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6752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325880"/>
            <a:ext cx="1572768" cy="71323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04888" y="1636776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325880"/>
            <a:ext cx="1572768" cy="71323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325880"/>
            <a:ext cx="1572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8229600" cy="257860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267712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CLAUDE.md gives Claude your project context on startup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"## Project: FastAPI · Python 3.12 · pytest"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CLAUDE.md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Analyse → Plan → Execute → Verify in one session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"Analyse auth module, plan refactor, execute, run pytest"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--output-format json &gt; result.json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CI gate — non-zero exit on issues found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jq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'.issues | length'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result.json | grep -q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'^0$'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exit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Exercises — Build Your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618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&amp; Config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Claude Code, run claude --help, and try 3 -p prompts on a real repo. Use config set to customise.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0487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963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CLAUDE.md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86207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CLAUDE.md for the sample repo. Include stack, architecture map, coding standards, and test commands.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39312"/>
            <a:ext cx="1417320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393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Refactor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09651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four phases on the sample codebase: analyse auth, plan extraction, execute with tests, verify with lint.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5A1F"/>
                </a:solidFill>
              </a:rPr>
              <a:t>Total: 70 min  ·  Work in pairs  ·  Trainer available  ·  Day 2 — Claude Code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is your multiplier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30752" y="1024128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well-written context file eliminates repeated re-explaining across every session.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-p flag unlocks automation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177393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mode makes Claude Code scriptable, pipeable, and CI-ready without interaction.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23744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before you execute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30752" y="2523744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analysis forces Claude to read the actual code — never skip Phase 1.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after every step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30752" y="327355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atomic commits let you bisect failures instantly and keep refactors reviewable.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0233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is where it compounds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30752" y="4023360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review, auto-fix, and doc generation running on every push multiply team velocity.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2 — Claude Code Workflows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CLAUDE.md for one of your own projects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4-phase refactor on the overnight challenge repo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GitHub Actions workflow with Claude Code PR review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793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diff, test output, and CI logs — bring them tomorrow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2 — Claude Code Workflows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– Claude Code Workflows</dc:title>
  <dc:subject>PptxGenJS Presentation</dc:subject>
  <dc:creator>PptxGenJS</dc:creator>
  <cp:lastModifiedBy>PptxGenJS</cp:lastModifiedBy>
  <cp:revision>1</cp:revision>
  <dcterms:created xsi:type="dcterms:W3CDTF">2026-05-11T14:51:21Z</dcterms:created>
  <dcterms:modified xsi:type="dcterms:W3CDTF">2026-05-11T14:51:21Z</dcterms:modified>
</cp:coreProperties>
</file>