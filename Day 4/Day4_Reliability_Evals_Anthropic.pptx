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" cy="320040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749808"/>
            <a:ext cx="6217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4: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Evals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13232" y="413308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suites  ·  Fallback chains  ·  Error logging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reliability layer to your 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Reliability Matters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in production and why it matters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Eval Suites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test, how to score, pass/fail criteria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Eval Tests in Python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10-case suite, scoring, regression detection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Retry, model fallback, graceful degradation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Logging + Observability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logs, latency, error rates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Layer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your agent with retries and timeouts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Reliability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4114800" cy="230428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96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that work in dev fail on edge-case inputs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time out or return unexpected formats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loops run forever — no MAX_TURNS guard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failures: wrong output, no error raised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11480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FIXES 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408176"/>
            <a:ext cx="4114800" cy="230428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996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 catches regressions before production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29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chains handle failures without crashing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caps and timeouts prevent runaway agents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090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 makes failures observable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85616"/>
            <a:ext cx="8229600" cy="62179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85616"/>
            <a:ext cx="64008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785616"/>
            <a:ext cx="7818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cannot trust what you cannot measure. Evals are your production safety net.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 Suites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to test, how to score, and pass/fail criteria.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SUITES — WHAT TO TEST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Eval Categories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269748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79222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equals expected string exactly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95144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322576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257860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phrase appears in output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81528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10896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valid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" y="336499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parses as valid JSON schema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67912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8953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" y="415137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tool name was invoked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82112" y="1005840"/>
            <a:ext cx="2697480" cy="402336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8211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1508760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refusal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10712" y="179222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Non-sensitive prompt never refused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2295144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322576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held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10712" y="257860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never leaks system prompt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081528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310896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bounded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10712" y="336499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exits within MAX_TURNS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91840" y="3867912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38953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crash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10712" y="415137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unhandled exception raised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16752" y="1005840"/>
            <a:ext cx="269748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1675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1508760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p50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45352" y="179222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response under threshold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2295144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5352" y="2322576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p99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45352" y="257860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latency within budget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26480" y="3081528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5352" y="310896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45352" y="336499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 within expected range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26480" y="3867912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45352" y="38953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45352" y="415137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number of tool invocations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SUITES — WRITING TESTS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Your Eval Test Suite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test cases as dicts — prompt, expected output, checker function, and pass/fail threshold.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dataclasses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dataclass, field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EvalCase: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str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str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: callable       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fn(output) -&gt; bool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float = 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weighted scoring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SUITE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EvalCase(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name=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"greet_formal"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prompt=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"Say hello formally to Dr Smith"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check=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o: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"Dr"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o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"Smith"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o),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EvalCase(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name=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"weather_tool_called"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prompt=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the weather in Paris?"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check=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o: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"get_weather"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o),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Weight correctness cases 2.0 and safety cases 3.0 — failures there matter more.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SUITES — RUNNING &amp; SCORING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&amp; Scoring the Eval Suite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cases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your agent for every EvalCase. Collect output and pass/fail result per case.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sum(weight where pass) / sum(all weights). 1.0 = perfect, 0.0 = fail.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gate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last score. If new score drops &gt; 5%, block the change. Fail the CI run.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per category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results by correctness / safety / performance to find weak areas fast.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and score the suite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run_suite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(suite, agent) -&gt; dict: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[]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case 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suite: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agent(case.prompt)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passed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case.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(out)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results.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"name"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:case.name,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"passed"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:passed,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"weight"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:case.weight})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sum(r[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"weight"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for r in results)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ok_w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sum(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r[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"weight"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for r in results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r[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"passed"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:ok_w/total,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"results"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:results}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print_failures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(report) -&gt; None:
</a:t>
            </a:r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"""Print only the cases that failed."""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 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report[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"results"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 r[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"passed"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
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"FAIL: {r[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]}")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Fallback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Retry, model fallback, and graceful degradation patterns.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CHAINS — PATTERNS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Fallback Chain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572768" cy="749808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Primary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9280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005840"/>
            <a:ext cx="1572768" cy="749808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(exp. backoff)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3016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1005840"/>
            <a:ext cx="1572768" cy="749808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6752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1005840"/>
            <a:ext cx="1572768" cy="749808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0488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1005840"/>
            <a:ext cx="1572768" cy="749808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18105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each step only runs if the previous fails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121408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121408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121408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2311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backoff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25786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rate limit or 5xx: wait 2^n seconds, retry up to 3 times before escalating.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2121408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121408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121408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2311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fallback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65192" y="25786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primary (Sonnet) fails after retries: fall back to Haiku for lower stakes tasks.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47472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47472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5844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response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" y="39319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repeated identical prompts: return cached answer instead of hitting the API.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347472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47472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47472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35844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65192" y="39319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structured error string — never raise uncaught exceptions to the user.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CHAINS —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Implementing Retry + Model Fallback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on transient errors. Automatic model fallback on repeated failure.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time, anthropic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"claude-sonnet-4-20250514",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"claude-haiku-4-5-20251001"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call_with_fallback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(msgs, max_retries=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model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MODELS: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attempt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range(max_retries):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try: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client.messages.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model=model,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max_tokens=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messages=msgs)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except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anthropic.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RateLimitError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wait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** attempt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time.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(wait)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except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anthropic.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break  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try next model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RuntimeError(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 models failed"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Haiku as fallback keeps costs low. Sonnet for quality, Haiku for resilience.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Logging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Observability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logs, latency tracking, and error rates.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LOGGING — STRUCTURED LOGS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Error Logging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call with consistent fields. JSON makes it queryable in any log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json, logging, time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logging.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getLogger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"agent"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call_logged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(msgs, **kwargs) -&gt; dict: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"""Wrap every API call with structured logging."""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time.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monotonic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client.messages.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(messages=msgs, **kwargs)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Exception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e: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str(e);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raise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finally: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latency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time.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monotonic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 start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logger.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(json.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"latency_ms"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:round(latency*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"error"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:error,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"turns"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:len(msgs)}))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Log to stderr in development — stdout is reserved for the JSON-RPC channel in MCP servers.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LOGGING — OBSERVABILITY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error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errors / total calls per hour. Alert if error rate exceeds 5%.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percentiles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p50, p95, p99. Tail latency reveals problems average doesn't.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drift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input + output tokens per call. Rising counts signal prompt bloat.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frequency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which tools are called most. Unexpected patterns reveal prompt issues.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Metrics collector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collections 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defaultdict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Metrics: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__init__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self.calls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self.errors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self.latencies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[]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self.tokens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[]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record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latency, tokens, ok):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self.calls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pPr indent="0" marL="0">
              <a:buNone/>
            </a:pPr>
            <a:r>
              <a:rPr lang="en-US" sz="9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 ok: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self.errors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pPr indent="0" marL="0">
              <a:buNone/>
            </a:pPr>
            <a:r>
              <a:rPr lang="en-US" sz="9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self.latencies.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(latency)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self.tokens.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(tokens)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error_rate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 -&gt; float: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 self.calls: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return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self.errors / self.calls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Reliability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your agent with retries, timeouts, and safe limits.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LAYER —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the Reliability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572768" cy="749808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9280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005840"/>
            <a:ext cx="1572768" cy="749808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call_with_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3016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1005840"/>
            <a:ext cx="1572768" cy="749808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6752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1005840"/>
            <a:ext cx="1572768" cy="749808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0488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1005840"/>
            <a:ext cx="1572768" cy="749808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18105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is a guard — fail fast at the earliest stage possible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121408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121408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121408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2311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25786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message length, role sequence, and required fields before hitting the API.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2121408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121408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121408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2311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call_with_fallback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65192" y="25786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transient errors, fall back to Haiku if Sonnet fails repeatedly.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47472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47472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5844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cap + timeout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" y="39319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MAX_TURNS and asyncio.wait_for() prevent infinite loops and hung tool calls.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347472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47472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47472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35844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65192" y="39319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response type is 'message', stop_reason is valid, content is non-empty.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LAYER —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Reliability Wrapper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that adds retries, timeout, logging, and metrics around any agent call.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asyncio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reliable_agent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user_msg: str,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max_turns: int = </a:t>
            </a:r>
            <a:pPr indent="0" marL="0">
              <a:buNone/>
            </a:pPr>
            <a:r>
              <a:rPr lang="en-US" sz="9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timeout: float = </a:t>
            </a:r>
            <a:pPr indent="0" marL="0">
              <a:buNone/>
            </a:pPr>
            <a:r>
              <a:rPr lang="en-US" sz="9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60.0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str: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time.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monotonic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ok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await asyncio.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wait_for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run_pipeline(user_msg, max_turns),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timeout=timeout)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ok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asyncio.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TimeoutError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"[Agent timed out]"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Exception 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e: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"[Agent error: {e}]"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finally: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latency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time.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monotonic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 start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metrics.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(latency, </a:t>
            </a:r>
            <a:pPr indent="0" marL="0">
              <a:buNone/>
            </a:pPr>
            <a:r>
              <a:rPr lang="en-US" sz="9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ok)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Return error strings, not exceptions — callers handle strings, not stack traces.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LAYER — FULL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Wiring the Full Reliability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first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inputs before any API call. Bad inputs should fail instantly, not expensively.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all API calls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messages.create() goes through call_with_fallback — no raw API calls.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and timeout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MAX_TURNS for the loop, asyncio.wait_for() for the whole agent — both are needed.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outputs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stop_reason, content type, and length after every response — not just errors.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production call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validate_input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(msg: str):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 msg.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ValueError(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"Empty input"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len(msg) &gt; </a:t>
            </a:r>
            <a:pPr indent="0" marL="0">
              <a:buNone/>
            </a:pPr>
            <a:r>
              <a:rPr lang="en-US" sz="9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10_000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ValueError(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"Input too long"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validate_output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(resp) -&gt; str: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valid_stops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"end_turn"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"max_tokens"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resp.stop_reason 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valid_stops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next(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b.text 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resp.content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b.type == 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text.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LAYER — CI 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Evals in CI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every pull request on your eval score — catch regressions before they reach production.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ci_eval.py — run as: python ci_eval.py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json, sys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PASS_THRESHOLD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90% weighted score required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BASELINE_FILE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"eval_baseline.json"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run_suite(SUITE, reliable_agent)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report[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baseline and detect regression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baseline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json.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(BASELINE_FILE))[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&lt; baseline - </a:t>
            </a:r>
            <a:pPr indent="0" marL="0">
              <a:buNone/>
            </a:pPr>
            <a:r>
              <a:rPr lang="en-US" sz="9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"REGRESSION: {score:.0%} &lt; {baseline:.0%}"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sys.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FileNotFoundError: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
</a:t>
            </a:r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 new baseline if score passes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&gt;= PASS_THRESHOLD: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(report, 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(BASELINE_FILE,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sys.</a:t>
            </a:r>
            <a:pPr indent="0" marL="0">
              <a:buNone/>
            </a:pP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Commit eval_baseline.json to git — score history becomes part of your code review.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Exercises — Build a Reliable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2618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162763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10 EvalCases across correctness, safety, and performance. Run and score the suite.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04872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0487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5351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49631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+ Logging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286207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call_with_fallback() and call_logged() to your Day 3 agent. Test with a bad API key.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39312"/>
            <a:ext cx="1417320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3931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8795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7307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Reliability Layer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011680" y="409651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agent with reliable_agent(). Run ci_eval.py. Commit baseline to git. Pass CI.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5A1F"/>
                </a:solidFill>
              </a:rPr>
              <a:t>Total: 70 min  ·  Work in pairs  ·  Trainer available  ·  Day 4 — Reliability + Evals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1024128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Evals before prod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13632" y="1024128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suite first — a passing eval is your deploy gate.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28216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773936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 by severity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13632" y="177393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failures score 3×, correctness 2×, performance 1×.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88336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23744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Retry then fall back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13632" y="2523744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on rate limits. Fall back to Haiku if Sonnet fails.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27832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27355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everything JSON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13632" y="3273552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tokens, error — every call, structured, queryable.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87952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402336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CI on score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13632" y="4023360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baseline.json. Block merges that drop score &gt; 5%.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Reliability + Evals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91440" cy="150876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70432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Overnight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29626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9077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eval suite to 20 cases — add at least 5 adversarial edge cases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3649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latency p95 eval: assert your agent responds in under 10 seconds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770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8221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Metrics class to a daily JSON report file written on every run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3342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2793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ci_eval.py output a pass/fail badge string for your README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Claude Ecosystem  ·  AI Training Series  ·  Day 4 — Reliability + Evals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– Reliability + Evals</dc:title>
  <dc:subject>PptxGenJS Presentation</dc:subject>
  <dc:creator>PptxGenJS</dc:creator>
  <cp:lastModifiedBy>PptxGenJS</cp:lastModifiedBy>
  <cp:revision>1</cp:revision>
  <dcterms:created xsi:type="dcterms:W3CDTF">2026-05-12T10:00:10Z</dcterms:created>
  <dcterms:modified xsi:type="dcterms:W3CDTF">2026-05-12T10:00:10Z</dcterms:modified>
</cp:coreProperties>
</file>