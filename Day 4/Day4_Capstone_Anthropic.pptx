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4: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sprints: architecture + reliability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 ·  Demo Day preparation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Do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teams, pick domain, assign roles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what Days 1–4 gave you end-to-end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MCP server, and agent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Harden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evals, and CI gate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5-minute demo for the cohort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get feedback, celebrate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Capstone Goal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BUILDING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agent for a domain you choose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with 4+ tools and 2+ resources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loop with parallel tool execution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layer with evals and CI gate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passes at ≥ 90% weighted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handles errors without crashing the loop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demo covers a real end-to-end use case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committed and CI passes before demo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all the pieces. The capstone is where they become a product.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teams, choose a domain, and assign clear roles.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— 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Roles — One Owner per Area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011680" cy="35844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2011680" cy="49377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179222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tool descriptions, and output format. Owns the quality of every Claude interaction.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1792224" cy="1828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system prompt + all tool docstrings reviewed.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1005840"/>
            <a:ext cx="2011680" cy="35844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1005840"/>
            <a:ext cx="2011680" cy="49377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02412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33472" y="15727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LEAD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33472" y="1956816"/>
            <a:ext cx="179222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 and resource implementations. Owns the FastMCP server, tool registry, and async calls.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33472" y="3145536"/>
            <a:ext cx="1792224" cy="1828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200400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33472" y="3401568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 tools, 2 resources, server connects to Claude.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0016" y="1005840"/>
            <a:ext cx="2011680" cy="35844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005840"/>
            <a:ext cx="2011680" cy="493776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2412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9744" y="15727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LEAD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9744" y="1956816"/>
            <a:ext cx="179222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chains, timeouts, structured logging, and the Metrics class.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9744" y="3145536"/>
            <a:ext cx="1792224" cy="1828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200400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3401568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reliable_agent() wrapper passing the full eval suite.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76288" y="1005840"/>
            <a:ext cx="2011680" cy="358444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76288" y="1005840"/>
            <a:ext cx="2011680" cy="49377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02412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86016" y="157276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+ DEMO LEAD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986016" y="1956816"/>
            <a:ext cx="1792224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suite, CI script, and the 5-minute demo script and slide.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86016" y="3145536"/>
            <a:ext cx="1792224" cy="1828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3200400"/>
            <a:ext cx="1792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6016" y="3401568"/>
            <a:ext cx="17922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ci_eval.py passes at ≥ 90%. Demo rehearsed once.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— DOMAIN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Your Domain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domain your team knows. The best agents solve a problem someone on the team actually has.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618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OPS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2697480" cy="30358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6479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79222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0299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PRs for style, bugs, security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52374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triage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276148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prioritise GitHub issues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25526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" y="349300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errors, suggest fixes, open issues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98678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helper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" y="422452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status, rollback, notify on-call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1261872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12618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82112" y="1664208"/>
            <a:ext cx="2697480" cy="30358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176479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179222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drafter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0712" y="20299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→ draft → headline variations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249631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52374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analyst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10712" y="276148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check, meta tags, readability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22783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0712" y="325526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writer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0712" y="349300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copy with A/B subject lines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395935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398678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generator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10712" y="422452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 from code + docstrings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16752" y="1261872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126187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FINANCE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16752" y="1664208"/>
            <a:ext cx="2697480" cy="30358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176479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45352" y="179222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45352" y="202996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data, chart it, summarise trends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26480" y="249631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252374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45352" y="276148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 against planned spend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322783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5352" y="325526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digest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45352" y="349300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Fetch, filter, and summarise headlines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26480" y="3959352"/>
            <a:ext cx="50292" cy="56692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986784"/>
            <a:ext cx="2359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45352" y="422452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extract, and cite sources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full stack before writing a single line of code.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WHAT DAYS 1–4 GAVE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Full Stack — One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5029200" cy="548640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9264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12471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517904"/>
            <a:ext cx="3017520" cy="201168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64208"/>
            <a:ext cx="5029200" cy="54864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642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8196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2212848"/>
            <a:ext cx="3017520" cy="201168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59152"/>
            <a:ext cx="5029200" cy="54864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915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3+4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907792"/>
            <a:ext cx="3017520" cy="201168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54096"/>
            <a:ext cx="5029200" cy="54864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5409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320954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3602736"/>
            <a:ext cx="3017520" cy="201168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49040"/>
            <a:ext cx="5029200" cy="548640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39044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9875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System prompt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1704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Output format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3533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JSON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16824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Few-shot examples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8653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Tool descriptions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4825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Chain-of-thought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3774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messages.create()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5603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Tool use loop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74320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Parallel tools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07238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@mcp.tool()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25526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@mcp.resource()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4381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FastMCP server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767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call_with_fallback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9502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call_logged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1330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EvalCase suite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CAPSTONE BLUEPRINT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Architecture Blueprint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this for your domain before Sprint 1. Every box should have an owner.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1417320" cy="68580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719072"/>
            <a:ext cx="182880" cy="8229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417320"/>
            <a:ext cx="1417320" cy="68580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4173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1719072"/>
            <a:ext cx="182880" cy="8229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1417320"/>
            <a:ext cx="1417320" cy="68580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173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719072"/>
            <a:ext cx="182880" cy="8229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417320"/>
            <a:ext cx="1417320" cy="68580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4173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1719072"/>
            <a:ext cx="182880" cy="8229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1417320"/>
            <a:ext cx="1417320" cy="68580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141732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267712"/>
            <a:ext cx="1417320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26771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0" y="2267712"/>
            <a:ext cx="1417320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26771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call_with_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0" y="2267712"/>
            <a:ext cx="1417320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226771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0" y="2267712"/>
            <a:ext cx="1417320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26771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2267712"/>
            <a:ext cx="1417320" cy="594360"/>
          </a:xfrm>
          <a:prstGeom prst="rect">
            <a:avLst/>
          </a:prstGeom>
          <a:solidFill>
            <a:srgbClr val="3A1A08"/>
          </a:solidFill>
          <a:ln w="635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267712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2907792"/>
            <a:ext cx="8001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reliability layer  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163824"/>
            <a:ext cx="1783080" cy="59436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16382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88920" y="3163824"/>
            <a:ext cx="1783080" cy="59436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316382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163824"/>
            <a:ext cx="1783080" cy="594360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16382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EvalCase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3163824"/>
            <a:ext cx="1783080" cy="594360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316382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ci_eval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1520" y="3794760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eval layer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MCP server, agent loop — build the core in 60 min.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GOALS &amp;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— Build the Core (60 min)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iterate within the sprint — manual test early and often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system prompt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persona, task scope, output format, and what to refuse. 1 page max.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4 tools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docstring, typed args, return type. Docstring = what Claude reads.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MCP server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with all 4 tools + 2 resources. mcp dev test passes locally.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agent 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651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run_agent() with TOOL_FNS registry. Manual test: 3 real prompts answered.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PROMPT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Your Prompt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well-structured system prompt is the foundation everything else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300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structure — fill in your domain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PERSONA — who Claude is in this context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are an expert {domain} assistant.\n"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help {user_type} with {task_scope}.\n\n"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TOOLS — what tools are available and when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 your tools proactively:\n"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 {tool_1}: use when {condition_1}\n"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 {tool_2}: use when {condition_2}\n\n"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OUTPUT FORMAT — what responses look like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"Always respond with:\n"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 A summary of what you did\n"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 The result in {format}\n"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"- Next steps if applicable\n\n"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LIMITS — what to refuse or escalate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 not {boundary_1}. If asked, explain why.\n"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Rules: ≤ 3 bullets per section · docstrings = descriptions · test alone first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Read your system prompt out loud. If it's confusing to you, it's confusing to Claude.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CODE SCAFFOLD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1 Starting Scaffold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concern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for MCP, agent.py for the loop, prompts.py for constants.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tools by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get_, search_, create_, update_ — verbs Claude understands instantly.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strings always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returns str or list[str]. No raw dicts, no None.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server first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dev server.py and call each tool before wiring the agent loop.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layout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capstone/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MCP server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run_agent()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prompts.py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SYSTEM_PROMPT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evals.py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SUITE
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ci_eval.py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CI gate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agent.py skeleton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prompts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SYSTEM_PROMPT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server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TOOL_FNS, TOOLS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run_agent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(user_msg: str) -&gt; str: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{"role":"system",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"content":SYSTEM_PROMPT},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{"role":"user",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"content":user_msg}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True: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agent loop body
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eval suite, and CI gate — make it production-safe.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GOALS &amp;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— Harden the Agent (60 min)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9280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3016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04888" y="1335024"/>
            <a:ext cx="164592" cy="9144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005840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8105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ci_eval.py exits 0 with ≥ 90% score before moving to Demo Prep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with fallback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every raw messages.create() with call_with_fallback().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121408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121408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121408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31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structured logging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5192" y="257860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API call with call_logged(). Log to stderr.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10 eval cases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17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correctness, 3 tool-call, 3 safety, 2 performance cases.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474720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474720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74720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65192" y="35844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pass CI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65192" y="393192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ci_eval.py must exit 0. Fix failures before demos.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EVAL SCAFFOLD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Eval Suite Scaffold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these 10 shells — fill in your domain-specific prompts and checks.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Correctness (weight 2.0)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"correct_01"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"&lt;your prompt&gt;"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"expected phrase"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o, weight=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Tool call (weight 2.0)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"tool_01"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"&lt;prompt that triggers tool_1&gt;"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"tool_1_name"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o, weight=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Safety (weight 3.0)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"safety_01"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"&lt;out-of-scope request&gt;"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startswith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weight=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Performance (weight 1.0)
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EvalCase(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"perf_01"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prompt=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"&lt;simple prompt&gt;"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check=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o: len(o) &lt; 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weight=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Write 10 cases across all 4 categories — not 10 correctness cases.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5-minute demo that shows one complete use case.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PREP — STRUCTURE &amp; CHECKLIST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5-Minute Demo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04672" cy="658368"/>
          </a:xfrm>
          <a:prstGeom prst="rect">
            <a:avLst/>
          </a:prstGeom>
          <a:solidFill>
            <a:srgbClr val="3A1A0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25880" y="1261872"/>
            <a:ext cx="7388352" cy="45720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051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353312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— what pain does this agent solve?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0467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55648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2011680"/>
            <a:ext cx="7388352" cy="45720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18013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103120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agent call — show the real tool invocations.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04672" cy="658368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05456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25880" y="2761488"/>
            <a:ext cx="7388352" cy="45720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551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852928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code slide — reliability wrapper or eval suite.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55264"/>
            <a:ext cx="804672" cy="658368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55264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25880" y="3511296"/>
            <a:ext cx="7388352" cy="45720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300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602736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score, latency p50, error rate from your metrics.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804672" cy="658368"/>
          </a:xfrm>
          <a:prstGeom prst="rect">
            <a:avLst/>
          </a:prstGeom>
          <a:solidFill>
            <a:srgbClr val="3A1A0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05072"/>
            <a:ext cx="8046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25880" y="4261104"/>
            <a:ext cx="7388352" cy="45720"/>
          </a:xfrm>
          <a:prstGeom prst="rect">
            <a:avLst/>
          </a:prstGeom>
          <a:solidFill>
            <a:srgbClr val="E8D5BF"/>
          </a:solidFill>
          <a:ln w="12700">
            <a:solidFill>
              <a:srgbClr val="E8D5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0507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352544"/>
            <a:ext cx="7296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— what would you add with one more week?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7091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passes ✓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76856" y="47091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rehearsed once ✓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59352" y="47091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ready ✓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41848" y="47091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shown 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24344" y="470916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ready ✓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Sprints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4 tools, MCP server, agent loop. Manual-test 3 real prompts before Sprint 2.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fallbacks and logging. Write 10 eval cases. Run ci_eval.py. Fix all failures. Commit.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the Cohort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per team: problem → live demo → code → numbers → what's next. Trainer facilitates.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150 min  ·  Teams of 3–4  ·  Trainer circulates  ·  Day 4 — Capstone Build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owner per area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MCP, Reliability, Eval leads. Diffuse ownership = nothing ships.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first, then tools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test the system prompt alone before adding any tools or MCP server.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early, test often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after every tool. CI must pass before the demo — not after.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 protect the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eval score = obvious failures caught before the audience saw them.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small, demo real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end-to-end flow beats five half-built features every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4 — Capstone Build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per team — problem, demo, code, numbers, next steps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ask one specific question per team after each demo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track common patterns and failure modes across teams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demos: 10-minute cohort retro — what would you build next?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4 — Capstone Build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– Capstone Build</dc:title>
  <dc:subject>PptxGenJS Presentation</dc:subject>
  <dc:creator>PptxGenJS</dc:creator>
  <cp:lastModifiedBy>PptxGenJS</cp:lastModifiedBy>
  <cp:revision>1</cp:revision>
  <dcterms:created xsi:type="dcterms:W3CDTF">2026-05-12T10:36:09Z</dcterms:created>
  <dcterms:modified xsi:type="dcterms:W3CDTF">2026-05-12T10:36:09Z</dcterms:modified>
</cp:coreProperties>
</file>